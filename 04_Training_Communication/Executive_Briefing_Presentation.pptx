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Governance: From Risk to Strategic Asset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briefing for [Organization Name] executive leadership on the business case, investment, and expected return of the data governance program.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3F5BD9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389120"/>
            <a:ext cx="1280160" cy="1280160"/>
          </a:xfrm>
          <a:prstGeom prst="ellipse">
            <a:avLst/>
          </a:prstGeom>
          <a:solidFill>
            <a:srgbClr val="CADCF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04_Training_Communication / Educational_Content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Data Governance, Why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without formal data governance face compounding costs: rework, compliance exposure, and eroded trust in data-driven decisions.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06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reduction in data quality incidents after maturity-driven governance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3774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606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36576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compliance audit cycles with documented controls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37744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606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36576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cost savings reported by peer organizations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Executive Briefing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 Today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97680"/>
                <a:gridCol w="38404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Area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Exposure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Impact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formal stewardship or monitoring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Decisions made on unreliable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Compliance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Inconsistent classification and retention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findings, potential fines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Accessibility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central catalog of trusted sources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Duplicated effort, slow time-to-insight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Accountability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Unclear data ownership across domains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Issues go unresolved or unowned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Executive Briefing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HEADED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Maturity Progression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61872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261872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5204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processes, no formal governance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11296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11296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798064" y="283464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2889504" y="30175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62656" y="35204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policies, some standardization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822960" cy="82296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47488" y="283464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E8ECFB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30175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5204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procedures, clear roles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5532120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 TARGET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10144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010144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296912" y="283464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7388352" y="30175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61504" y="35204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performance, data-driven decisions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59568" y="18288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0259568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546336" y="283464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28" name="Text 26"/>
          <p:cNvSpPr/>
          <p:nvPr/>
        </p:nvSpPr>
        <p:spPr>
          <a:xfrm>
            <a:off x="9637776" y="301752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10928" y="352044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improvement, strategic optimization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Executive Briefing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Requires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2103120"/>
          </a:xfrm>
          <a:prstGeom prst="roundRect">
            <a:avLst>
              <a:gd name="adj" fmla="val 304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governance team: CDO function, governance analysts, business/technical stewards (partial FTE per domain)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508760"/>
            <a:ext cx="5303520" cy="2103120"/>
          </a:xfrm>
          <a:prstGeom prst="roundRect">
            <a:avLst>
              <a:gd name="adj" fmla="val 3043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catalog, quality monitoring, and lineage tooling; integration with existing platforms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03520" cy="2103120"/>
          </a:xfrm>
          <a:prstGeom prst="roundRect">
            <a:avLst>
              <a:gd name="adj" fmla="val 3043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month phased rollout: foundation, pilot domain, organization-wide adoption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5303520" cy="2103120"/>
          </a:xfrm>
          <a:prstGeom prst="roundRect">
            <a:avLst>
              <a:gd name="adj" fmla="val 3043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communications, and a change champion network to drive adoption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Executive Briefing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 in Year 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92024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data quality incidents across pilot and rollout domains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6974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more confident compliance audit cycles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4747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 and accountability for critical data elements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2519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time savings in reporting and reconciliation 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29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50292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sustainable operating model for governance beyond the project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Executive Briefing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Structure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77440" y="155448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1645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Council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51760" y="199339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oversight, policy approval, escalation resolution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2468880"/>
            <a:ext cx="274320" cy="228600"/>
          </a:xfrm>
          <a:prstGeom prst="downArrow">
            <a:avLst/>
          </a:prstGeom>
          <a:solidFill>
            <a:srgbClr val="5A5A6E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274320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3F5BD9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Office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51760" y="318211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Day-to-day program management, standards, training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3657600"/>
            <a:ext cx="274320" cy="228600"/>
          </a:xfrm>
          <a:prstGeom prst="downArrow">
            <a:avLst/>
          </a:prstGeom>
          <a:solidFill>
            <a:srgbClr val="5A5A6E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3931920"/>
            <a:ext cx="740664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Technical Data Stewards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51760" y="437083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Domain-level data quality, definitions, and issue resolution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Executive Briefing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This Group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00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Data Governance Charter and program budget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Designate an Executive Sponsor and Council representation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 governance priorities within your business unit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617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adoption among your direct reports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Executive Briefing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Briefing Presentation</dc:title>
  <dc:subject>PptxGenJS Presentation</dc:subject>
  <dc:creator>Data Governance Program</dc:creator>
  <cp:lastModifiedBy>Data Governance Program</cp:lastModifiedBy>
  <cp:revision>1</cp:revision>
  <dcterms:created xsi:type="dcterms:W3CDTF">2026-06-30T20:34:48Z</dcterms:created>
  <dcterms:modified xsi:type="dcterms:W3CDTF">2026-06-30T20:34:48Z</dcterms:modified>
</cp:coreProperties>
</file>