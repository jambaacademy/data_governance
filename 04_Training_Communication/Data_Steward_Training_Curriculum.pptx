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CURRICULUM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Steward Training Curriculum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 new or existing Data Steward needs to operate effectively within the governance program.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2011680" cy="2011680"/>
          </a:xfrm>
          <a:prstGeom prst="ellipse">
            <a:avLst/>
          </a:prstGeom>
          <a:solidFill>
            <a:srgbClr val="3F5BD9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4389120"/>
            <a:ext cx="1280160" cy="1280160"/>
          </a:xfrm>
          <a:prstGeom prst="ellipse">
            <a:avLst/>
          </a:prstGeom>
          <a:solidFill>
            <a:srgbClr val="CADCFC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04_Training_Communication / Educational_Content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Five-Module Curriculum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61872" y="1828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261872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066544" cy="237744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1752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&amp; Responsibilities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11296" y="1828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511296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798064" y="2834640"/>
            <a:ext cx="2066544" cy="237744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2889504" y="301752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&amp; Standards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9504" y="466344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day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828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47488" y="2834640"/>
            <a:ext cx="2066544" cy="237744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5138928" y="301752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Systems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38928" y="466344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10144" y="1828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010144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296912" y="2834640"/>
            <a:ext cx="2066544" cy="237744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88352" y="301752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Management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88352" y="466344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day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259568" y="1828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10259568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546336" y="2834640"/>
            <a:ext cx="2066544" cy="237744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/>
        </p:spPr>
      </p:sp>
      <p:sp>
        <p:nvSpPr>
          <p:cNvPr id="27" name="Text 25"/>
          <p:cNvSpPr/>
          <p:nvPr/>
        </p:nvSpPr>
        <p:spPr>
          <a:xfrm>
            <a:off x="9637776" y="301752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Resolution &amp; Escalation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37776" y="466344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day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duration: 3 days (can be delivered as a single workshop or spread across two weeks)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Data Steward Training Curriculum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&amp; Responsibilities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distinction between Business and Technical Data Stewards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your domain's data assets and your accountability for them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escalation path and when to use it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how your role connects to the Data Governance Council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5087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2103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Instructor-led session + role charter review exercise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3246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Charter, Data Stewardship Policy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domain's steward role charter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Data Steward Training Curriculum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&amp; Standards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the Data Classification Scheme and apply it correctly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Data Quality Standards and the six quality dimensions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Data Privacy &amp; Security Policy requirements in your domain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retention schedules from the Data Retention Policy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5087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2103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walkthrough + classification labeling exercise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32461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Classification Scheme, Quality Standards, Privacy &amp; Security Policy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4617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10 sample data assets correctly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Data Steward Training Curriculum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Systems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the enterprise data catalog to find and document assets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and maintain data lineage for your domain's key assets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dashboards to monitor data quality scores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and track data issues through the issue tracker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5087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2103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workshop in the live (or sandbox) governance tooling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32461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Data_Catalog_Setup_Scripts.sql, Data_Lineage_Mapping_Templates.xlsx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4617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one new data asset end-to-end in the catalog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Data Steward Training Curriculum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and prioritize Critical Data Elements (CDEs) in your domain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and interpret data quality rules and scorecards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root-cause analysis on recurring quality issues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5087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2103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Case-study workshop using real (or anonymized) domain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32461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Data_Quality_Rules_Library.py, Data Quality Scorecards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4617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3 CDEs and corresponding quality rules for your domain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Data Steward Training Curriculum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Resolution &amp; Escalation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and prioritize incoming data issues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4-level escalation path correctly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resolution and close the loop with reporters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5087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2103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Role-play simulation of an escalated data incident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32461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Issue Resolution Process, Escalation Procedures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4617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a simulated issue end-to-end with correct documentation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Data Steward Training Curriculum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&amp; ONGOING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Staying Sharp as a Data Steward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20116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all 5 modules and pass each module assessment to earn Steward certification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7889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Recertify annually or after major policy/tooling changes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5661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monthly Data Steward community of practice sessions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343400"/>
            <a:ext cx="411480" cy="41148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3434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newly onboarded stewards in your domain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Data Steward Training Curriculum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Summary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743200"/>
                <a:gridCol w="32004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Role &amp; Responsibilities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day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charter completed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Policies &amp; Standards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day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assets classified correctly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Tools &amp; Systems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day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registered in catalog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Data Quality Management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day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CDEs and rules defined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Issue Resolution &amp; Escalation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day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Simulated issue resolved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Data Steward Training Curriculum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Steward Training Curriculum</dc:title>
  <dc:subject>PptxGenJS Presentation</dc:subject>
  <dc:creator>Data Governance Program</dc:creator>
  <cp:lastModifiedBy>Data Governance Program</cp:lastModifiedBy>
  <cp:revision>1</cp:revision>
  <dcterms:created xsi:type="dcterms:W3CDTF">2026-06-30T20:35:48Z</dcterms:created>
  <dcterms:modified xsi:type="dcterms:W3CDTF">2026-06-30T20:35:48Z</dcterms:modified>
</cp:coreProperties>
</file>