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REPORT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[Organization Name] — [Quarter/Period] — Prepared for the Board of Directors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F5B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280160" cy="128016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09_Measurement_Reporting / Reporting_Frameworks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Status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to two sentences summarizing overall program health, risk posture, and progress toward strategic objectives — written for a board audience, not a technical one.]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domains onboarded to governance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7432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3977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value delivered (cost avoidance + efficiency)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21040" y="3977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overall regulatory risk rating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Board Reporting Template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Against Strategic Objectives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828800"/>
                <a:gridCol w="52120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Objective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 regulatory and compliance risk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6 frameworks fully compliant; 1 critical finding in remediation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 decision-making confidence in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score up 23 points over the past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operational efficiency through trusted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resolution time down from 11 to 4 days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enterprise-wide governance rollout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domain onboarding remains; targeted for [Quarter]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Board Reporting Template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for Board Awareness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828800"/>
                <a:gridCol w="32918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exposure (HIPAA shadow-system finding)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Remediation in progress; target close [date]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capacity for remaining domain rollout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and staffing confirmed for next phase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Vendor/third-party data handling 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process active for all new vendors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Board Reporting Template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the 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057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Approve continued funding for Phase 4 rollout]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9718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Note the HIPAA remediation timeline for audit committee awareness]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886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No action required — informational update only]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Program  |  Board Reporting Template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Reporting Template</dc:title>
  <dc:subject>PptxGenJS Presentation</dc:subject>
  <dc:creator>Data Governance Program</dc:creator>
  <cp:lastModifiedBy>Data Governance Program</cp:lastModifiedBy>
  <cp:revision>1</cp:revision>
  <dcterms:created xsi:type="dcterms:W3CDTF">2026-06-30T21:03:12Z</dcterms:created>
  <dcterms:modified xsi:type="dcterms:W3CDTF">2026-06-30T21:03:12Z</dcterms:modified>
</cp:coreProperties>
</file>