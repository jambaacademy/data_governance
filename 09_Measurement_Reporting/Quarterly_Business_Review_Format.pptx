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— Q2 2026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[Organization Name] — Prepared for the Data Governance Council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3F5BD9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389120"/>
            <a:ext cx="1280160" cy="1280160"/>
          </a:xfrm>
          <a:prstGeom prst="ellipse">
            <a:avLst/>
          </a:prstGeom>
          <a:solidFill>
            <a:srgbClr val="CADCF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09_Measurement_Reporting / Reporting_Frameworks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AT A GLANCE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data quality score (+3.4 pts QoQ)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1828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28803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data elements with assigned steward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828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21040" y="28803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critical issues (down from 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metric history available in Quality_Trend_Analysis.xlsx and the Executive Dashboard.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Quarterly Business Review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Progress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377440"/>
                <a:gridCol w="22860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Master Data — production rollout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domain — pilot validation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2026-07-01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domain — onboarding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domain — onboarding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Quarterly Business Review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Status Snapshot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400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Findings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GDPR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CCPA/CPRA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HIPAA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463040"/>
            <a:ext cx="4389120" cy="3017520"/>
          </a:xfrm>
          <a:prstGeom prst="roundRect">
            <a:avLst>
              <a:gd name="adj" fmla="val 2424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0" y="210312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partial status driven by a departmental shadow system lacking PHI classification (Finding F-001, Critical). Remediation target: 2026-02-05.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Quarterly Business Review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Priorities for Next Quarter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20116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Financial domain pilot validation and begin rollout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7889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Operations domain onboarding per the Implementation Roadmap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5661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HIPAA shadow-system classification finding (F-001)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3434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automated quality rule coverage toward 100% of CDEs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Quarterly Business Review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Business Review</dc:title>
  <dc:subject>PptxGenJS Presentation</dc:subject>
  <dc:creator>Data Governance Program</dc:creator>
  <cp:lastModifiedBy>Data Governance Program</cp:lastModifiedBy>
  <cp:revision>1</cp:revision>
  <dcterms:created xsi:type="dcterms:W3CDTF">2026-06-30T21:02:38Z</dcterms:created>
  <dcterms:modified xsi:type="dcterms:W3CDTF">2026-06-30T21:02:38Z</dcterms:modified>
</cp:coreProperties>
</file>